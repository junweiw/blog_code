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-industry-chain-infographic-zh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